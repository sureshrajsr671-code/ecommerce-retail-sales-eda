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E-COMMERCE RETAIL SALES: PYTHON EDA (PROJECT 2)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Pure Python Portfolio | Pandas, NumPy &amp; Matplotlib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Business Problem &amp; EDA Scope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Analyzed verified datasets using 100% Python (Pandas, NumPy, Matplotlib).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Cleaned missing values, duplicates, and treated outliers via IQR rules.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Quantified core business bottlenecks and pricing thresholds.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696712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Python Wrangling &amp; Pipeline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Pandas df.drop_duplicates() &amp; grouped median imputation.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NumPy np.log10() transformations and polyfit OLS regressions.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Strict compliance: Zero Power BI / Tableau dependencies 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UNIVARIATE EDA &amp; DATA CLEANING AUDIT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Matplotlib Visualizations</a:t>
            </a:r>
          </a:p>
        </p:txBody>
      </p:sp>
      <p:pic>
        <p:nvPicPr>
          <p:cNvPr id="4" name="Picture 3" descr="ec_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40312" cy="6172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BIVARIATE &amp; MULTIVARIATE STATISTICAL EDA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NumPy OLS &amp; Correlation Heatmap</a:t>
            </a:r>
          </a:p>
        </p:txBody>
      </p:sp>
      <p:pic>
        <p:nvPicPr>
          <p:cNvPr id="4" name="Picture 3" descr="ec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40312" cy="6190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EXECUTIVE INSIGHTS &amp; RECOMMENDATIONS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Actionable Business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749039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Discount Guardrails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Every 1% discount erodes margin by -0.55%.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Cap site discounts at 15%-20% max.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9" y="1097280"/>
            <a:ext cx="3749039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COD Conversion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COD drives 18.5% RTO returns (3x prepaid).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Incentivize UPI to reduce return losses.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749039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Delivery SLAs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SLA &gt;7 days spikes returns by +14%.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Ensure &lt;=4-day regional dispatch.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